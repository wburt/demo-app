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916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more or less everything we will be going over today.
We will be leaving a lot out min order to keep things simple and streamlined. You may come across other things as you work in openshift.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containerization
Most people use web gui and OC to access and view things. Controlling and configuration can be done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containerization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containerization.
Everything is defined by yaml in Openshift and Helm.
YAML is: (Not real).....
Put in second slide, with yaml example, highlight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containerization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containerization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 are important when cross-pod communication within a namespace is required. Examples include a frontend/backend relationship, talking to a database, etc.
In this example, we are only selecting a specific prod backend for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 are important when cross-pod communication within a namespace is required. Examples include a frontend/backend relationship, talking to a database, etc.
In this example, we are only selecting a specific prod backend for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gov.bc.ca/docs/default/component/platform-developer-docs/docs/openshift-projects-and-access/install-the-oc-command-line-tool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09600" y="2124075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Openshift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86063"/>
            <a:ext cx="61722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kern="0" spc="-1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basics of deployments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1638"/>
            <a:ext cx="7505700" cy="25098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610100" y="1300163"/>
            <a:ext cx="32385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4610100" y="2262188"/>
            <a:ext cx="32385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2"/>
          <p:cNvSpPr/>
          <p:nvPr/>
        </p:nvSpPr>
        <p:spPr>
          <a:xfrm>
            <a:off x="4610100" y="3457575"/>
            <a:ext cx="3238500" cy="1219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09600" y="2433638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Openshift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610100" y="34575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access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610100" y="3762375"/>
            <a:ext cx="36957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people use a combo of the web gui and oc commandline</a:t>
            </a:r>
            <a:endParaRPr lang="en-US" sz="900" dirty="0"/>
          </a:p>
          <a:p>
            <a:pPr marL="342900" indent="-342900" algn="l">
              <a:lnSpc>
                <a:spcPts val="1206"/>
              </a:lnSpc>
              <a:buSzPct val="100000"/>
              <a:buChar char="•"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Web: console.apps.silver.devops.gov.bc.ca</a:t>
            </a:r>
            <a:endParaRPr lang="en-US" sz="900" dirty="0"/>
          </a:p>
          <a:p>
            <a:pPr marL="342900" indent="-342900" algn="l">
              <a:lnSpc>
                <a:spcPts val="1206"/>
              </a:lnSpc>
              <a:buSzPct val="100000"/>
              <a:buChar char="•"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OC: Install via WSL: </a:t>
            </a:r>
            <a:r>
              <a:rPr lang="en-US" sz="900" u="sng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instructions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10100" y="2262188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Clusters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10100" y="2566988"/>
            <a:ext cx="36957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clusters offer varying redundancies and security</a:t>
            </a:r>
            <a:endParaRPr lang="en-US" sz="900" dirty="0"/>
          </a:p>
          <a:p>
            <a:pPr marL="342900" indent="-342900" algn="l">
              <a:lnSpc>
                <a:spcPts val="1206"/>
              </a:lnSpc>
              <a:buSzPct val="100000"/>
              <a:buChar char="•"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(We are here)</a:t>
            </a:r>
            <a:endParaRPr lang="en-US" sz="900" dirty="0"/>
          </a:p>
          <a:p>
            <a:pPr marL="342900" indent="-342900" algn="l">
              <a:lnSpc>
                <a:spcPts val="1206"/>
              </a:lnSpc>
              <a:buSzPct val="100000"/>
              <a:buChar char="•"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(Offsite redundancy)</a:t>
            </a:r>
            <a:endParaRPr lang="en-US" sz="900" dirty="0"/>
          </a:p>
          <a:p>
            <a:pPr marL="342900" indent="-342900" algn="l">
              <a:lnSpc>
                <a:spcPts val="1206"/>
              </a:lnSpc>
              <a:buSzPct val="100000"/>
              <a:buChar char="•"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Emerald (Enhanced privacy, Protected C)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10100" y="1300163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610100" y="1604963"/>
            <a:ext cx="36957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distributed computing service that abstracts away hardware and provides containerization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10138" y="1476375"/>
            <a:ext cx="3238500" cy="1219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4910138" y="2695575"/>
            <a:ext cx="3238500" cy="1371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063" y="1476375"/>
            <a:ext cx="4424363" cy="31813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023938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Namespace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910138" y="26955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Licenseplate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910138" y="3000375"/>
            <a:ext cx="36957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include different namespaces to facilitate development:</a:t>
            </a:r>
            <a:endParaRPr lang="en-US" sz="900" dirty="0"/>
          </a:p>
          <a:p>
            <a:pPr marL="342900" indent="-342900" algn="l">
              <a:lnSpc>
                <a:spcPts val="1206"/>
              </a:lnSpc>
              <a:buSzPct val="100000"/>
              <a:buChar char="•"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</a:t>
            </a:r>
            <a:endParaRPr lang="en-US" sz="900" dirty="0"/>
          </a:p>
          <a:p>
            <a:pPr marL="342900" indent="-342900" algn="l">
              <a:lnSpc>
                <a:spcPts val="1206"/>
              </a:lnSpc>
              <a:buSzPct val="100000"/>
              <a:buChar char="•"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900" dirty="0"/>
          </a:p>
          <a:p>
            <a:pPr marL="342900" indent="-342900" algn="l">
              <a:lnSpc>
                <a:spcPts val="1206"/>
              </a:lnSpc>
              <a:buSzPct val="100000"/>
              <a:buChar char="•"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</a:t>
            </a:r>
            <a:endParaRPr lang="en-US" sz="900" dirty="0"/>
          </a:p>
          <a:p>
            <a:pPr marL="342900" indent="-342900" algn="l">
              <a:lnSpc>
                <a:spcPts val="1206"/>
              </a:lnSpc>
              <a:buSzPct val="100000"/>
              <a:buChar char="•"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9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d07715-dev, d07715-prod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910138" y="14763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it?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910138" y="1781175"/>
            <a:ext cx="36957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Divides up and allocates resources Within an openshift cluster. Provides organization, isolation, and grouping.</a:t>
            </a:r>
            <a:endParaRPr lang="en-US" sz="9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 Gov will typically group a number of namespaces together under a ‘licenseplate’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10138" y="1476375"/>
            <a:ext cx="32385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4910138" y="2695575"/>
            <a:ext cx="32385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2"/>
          <p:cNvSpPr/>
          <p:nvPr/>
        </p:nvSpPr>
        <p:spPr>
          <a:xfrm>
            <a:off x="4910138" y="3771900"/>
            <a:ext cx="3238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6375"/>
            <a:ext cx="4187089" cy="3667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600" y="1023938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910138" y="3771900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YAML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910138" y="4076700"/>
            <a:ext cx="36957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Deployments parameters are defined via a yaml file.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910138" y="26955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910138" y="3000375"/>
            <a:ext cx="36957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Deployments control the creation of pods, including resource allocation (cpu, mem, storage, etc), number of pods, and the tags used to identify them.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910138" y="14763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it?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10138" y="1781175"/>
            <a:ext cx="36957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a namespace, deployments are used to manage and deploy pods.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10138" y="1476375"/>
            <a:ext cx="3238500" cy="1219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476375"/>
            <a:ext cx="4151040" cy="3667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1023938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Pod/Container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10138" y="14763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it?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910138" y="1781175"/>
            <a:ext cx="36957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 enclose one or more containers, which run your pre-made image in an isolated environment.</a:t>
            </a:r>
            <a:endParaRPr lang="en-US" sz="9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most cases, it’s 1 pod: 1 container, so some people will use the terms interchangeably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10138" y="1476375"/>
            <a:ext cx="32385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4910138" y="2695575"/>
            <a:ext cx="32385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2"/>
          <p:cNvSpPr/>
          <p:nvPr/>
        </p:nvSpPr>
        <p:spPr>
          <a:xfrm>
            <a:off x="4910138" y="3771900"/>
            <a:ext cx="3238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8337"/>
            <a:ext cx="4157663" cy="19716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600" y="1023938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910138" y="3771900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Dockerfile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910138" y="4076700"/>
            <a:ext cx="36957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are built based on a dockerfile.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910138" y="26955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is it?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910138" y="3000375"/>
            <a:ext cx="36957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typically built and store ours in github.</a:t>
            </a:r>
            <a:endParaRPr lang="en-US" sz="9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locations include Docker Hub and third party repositories.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910138" y="14763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it?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10138" y="1781175"/>
            <a:ext cx="36957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read-only template that contains your application and the dependencies required to run it.</a:t>
            </a:r>
            <a:endParaRPr lang="en-US" sz="9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Typically built on a small linux base with dependencies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10138" y="1476375"/>
            <a:ext cx="32385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4910138" y="2828925"/>
            <a:ext cx="3238500" cy="1066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3" y="1476375"/>
            <a:ext cx="4163853" cy="3667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023938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910138" y="282892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910138" y="3133725"/>
            <a:ext cx="36957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Service specifies the port and protocol the application uses.</a:t>
            </a:r>
            <a:endParaRPr lang="en-US" sz="9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pod is selected using selector tags to match to the pod and instance.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910138" y="14763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it?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910138" y="1781175"/>
            <a:ext cx="36957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allows specific routes into/out of pods</a:t>
            </a:r>
            <a:endParaRPr lang="en-US" sz="9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allows pods to communicate with each other within a namespace.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10138" y="1476375"/>
            <a:ext cx="32385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4910138" y="2828925"/>
            <a:ext cx="3238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2"/>
          <p:cNvSpPr/>
          <p:nvPr/>
        </p:nvSpPr>
        <p:spPr>
          <a:xfrm>
            <a:off x="4910138" y="3952875"/>
            <a:ext cx="32385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5325" y="1476375"/>
            <a:ext cx="4346460" cy="3667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600" y="1023938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910138" y="39528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910138" y="4257675"/>
            <a:ext cx="36957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Route requires an ingress policy on the namespace, otherwise the route  will not be accessible.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910138" y="282892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910138" y="3133725"/>
            <a:ext cx="36957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Route specifies a service, a port, and an ingress host.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910138" y="1476375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it?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10138" y="1781175"/>
            <a:ext cx="36957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work to expose Services outside of Openshift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2300288"/>
            <a:ext cx="5715000" cy="5476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1714500" y="2300288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 Comments?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300"/>
            <a:ext cx="3600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5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Lesson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610100" y="2452688"/>
            <a:ext cx="36957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kern="0" spc="-1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github.com/wburt/demo-app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On-screen Show (16:9)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Cave, Isaac WLRS:EX</cp:lastModifiedBy>
  <cp:revision>2</cp:revision>
  <dcterms:created xsi:type="dcterms:W3CDTF">2025-06-10T00:11:00Z</dcterms:created>
  <dcterms:modified xsi:type="dcterms:W3CDTF">2025-06-10T19:54:01Z</dcterms:modified>
</cp:coreProperties>
</file>